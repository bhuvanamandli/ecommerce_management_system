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3" r:id="rId4"/>
    <p:sldId id="268" r:id="rId5"/>
    <p:sldId id="261" r:id="rId6"/>
    <p:sldId id="259" r:id="rId7"/>
    <p:sldId id="269" r:id="rId8"/>
    <p:sldId id="262" r:id="rId9"/>
    <p:sldId id="270" r:id="rId10"/>
    <p:sldId id="271" r:id="rId11"/>
    <p:sldId id="272" r:id="rId12"/>
    <p:sldId id="263" r:id="rId13"/>
    <p:sldId id="266" r:id="rId14"/>
    <p:sldId id="264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6EB1-A9D9-4A87-B86F-D3DFF4641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85C3A-0E0B-492A-9541-6B8FF8001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DC8D9-5160-4B3A-8C46-8603C843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8A26D-A4B3-4059-A4A8-2B847004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E284-8C22-4585-B6AA-67DE2B6F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6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3AC4-D089-49C5-A069-A72C774E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9FD41-DBDD-463A-BF99-C5EC2953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09A0-C59F-4F0A-BC61-DC6748B1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FDFEE-01A0-4E63-8A81-888B5A4F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54AC0-FDE5-499F-8809-CBE62FDE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2CAF-1FF6-4C44-8168-4A32CDE2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CF1E-0F0D-4CDC-A9F9-ABDCFF732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B527-9257-41EF-BC2B-E778F284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AEFC-B998-4A52-8993-9644DB92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8C7E-9278-4BF8-9035-8CFE1910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2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29C1-8474-4679-A244-11218F2E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BF2-6BA7-4C4D-B9C6-A144478242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CC4F9-006C-4182-BE31-97F5F29A1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1B330-A0AA-4F8E-BCC0-5634C0B8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B9AA9-B197-411F-A2FC-40D0DE86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A45F-C742-4178-BAC5-BD941C22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12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84C1-D8C5-471D-8501-B9B86060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90D07-5D0E-4CD4-BE62-400A5709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B18F9-64CE-4FB4-BBD3-FBFD2CC5C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9E311-9ADD-45FD-8AE3-494C56303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50C12-FDAB-4EFB-AEA5-7D86FEBA2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0911B4-15DD-40A8-B6E8-B4A7D0ED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A79B36-40E6-4EDC-8422-36C5512E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2E708-DDF8-4CD6-8D0B-A55E52AC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56C2-8ECB-4BA4-9B40-D0C135F0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CE3FE-66D6-49C0-AE21-C4715B7D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089B0-89E4-4F70-B0A0-837431AC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DCA9D-5224-4A0A-B3C9-D6A5FD91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72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0B468-2862-4805-8C41-7730C711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951A8-3481-48A5-9E16-B15FCC65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FDD7-6541-4BBD-8E54-528D7079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2405-41D9-4737-AF9F-BFC37B4A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BDC9F-AD46-4C9C-9ED0-0398ABD9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E0D23-F3B0-4BCD-AA31-2A94044C1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615B2-A9A5-4A71-8B6A-99D20883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0F8BC-4C77-4ACA-B8BD-6F186D19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33F52-28C3-46E0-B6DC-B8D9CF00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475B-3183-4A05-BD42-ED12DE3C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FBE64-61A8-4F24-8840-16A883688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D9142-2C54-47E5-84ED-77ADEBAA6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72736-44F8-40C2-B29C-3F669B74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46D08-52D4-4D1C-B416-2364F2FC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2A115-A16E-4EFD-BDFB-E1E1A6C7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71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1FEA-B6D7-45B9-954E-D7C82C72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644EA-7F08-4923-A389-82D5CCEF0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D973D-B684-4F61-953D-DF3B223E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F70DC-0CBE-46A9-838F-0C097A49A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1057C-BC2C-42BC-A0EC-6554072F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93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66EB9-6872-4DA6-8276-48CAD6CC0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BF48C-4121-41C4-B35A-C2216015C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604AB-3845-460F-B2A9-27DADD21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75A3F-C8D7-423C-BBC2-21AFC3E3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B37D-E58B-4644-ADC0-3DE29384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52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53B6B-B5F8-42B4-93FE-A78CE39B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3FA89-2BDF-46B9-B46F-B60D05547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4D70-6BB7-4BD2-BF7A-A7B09B7D8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D9A3E-0D81-46B9-8EA0-6D3376CCE745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7A260-42C5-41B8-B096-6227C9CC1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70EC5-F54D-4EEC-BEC2-85858DD0B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EC154-8259-416A-8101-01B71F00B2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04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bhuvana-mandli-18b98022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bhuvanamandl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7EE3-925C-4DDB-9786-33D64A26E3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EB140-79D0-4ED5-B9FF-2E151D9A6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3F171F-6A8A-412E-B6D4-6278AA902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0"/>
            <a:ext cx="12192000" cy="733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ACD80E-C487-41C0-B52C-E28B0A478CAA}"/>
              </a:ext>
            </a:extLst>
          </p:cNvPr>
          <p:cNvSpPr txBox="1"/>
          <p:nvPr/>
        </p:nvSpPr>
        <p:spPr>
          <a:xfrm flipH="1">
            <a:off x="2562224" y="3714750"/>
            <a:ext cx="8972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E-Commerce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43657-433B-48FB-9827-C01B2C5713A7}"/>
              </a:ext>
            </a:extLst>
          </p:cNvPr>
          <p:cNvSpPr txBox="1"/>
          <p:nvPr/>
        </p:nvSpPr>
        <p:spPr>
          <a:xfrm flipH="1">
            <a:off x="7894319" y="5017055"/>
            <a:ext cx="4231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Presented By: </a:t>
            </a:r>
            <a:r>
              <a:rPr lang="en-IN" b="1" dirty="0" err="1">
                <a:solidFill>
                  <a:schemeClr val="accent1">
                    <a:lumMod val="50000"/>
                  </a:schemeClr>
                </a:solidFill>
              </a:rPr>
              <a:t>Bhuvana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err="1">
                <a:solidFill>
                  <a:schemeClr val="accent1">
                    <a:lumMod val="50000"/>
                  </a:schemeClr>
                </a:solidFill>
              </a:rPr>
              <a:t>Mandli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Batch No. 493</a:t>
            </a:r>
          </a:p>
        </p:txBody>
      </p:sp>
    </p:spTree>
    <p:extLst>
      <p:ext uri="{BB962C8B-B14F-4D97-AF65-F5344CB8AC3E}">
        <p14:creationId xmlns:p14="http://schemas.microsoft.com/office/powerpoint/2010/main" val="369836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3D7A83-F4C3-4ACC-8A6B-5A7C1B19B57E}"/>
              </a:ext>
            </a:extLst>
          </p:cNvPr>
          <p:cNvSpPr/>
          <p:nvPr/>
        </p:nvSpPr>
        <p:spPr>
          <a:xfrm>
            <a:off x="618565" y="5056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About me</a:t>
            </a:r>
            <a:endParaRPr lang="en-IN" sz="3600" b="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4D7D7-665C-40FA-94ED-20E35FD9C8C1}"/>
              </a:ext>
            </a:extLst>
          </p:cNvPr>
          <p:cNvSpPr/>
          <p:nvPr/>
        </p:nvSpPr>
        <p:spPr>
          <a:xfrm>
            <a:off x="1192306" y="1363158"/>
            <a:ext cx="993289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</a:rPr>
              <a:t>Background?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B.Tech in Computer Science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>
                <a:solidFill>
                  <a:srgbClr val="000000"/>
                </a:solidFill>
              </a:rPr>
              <a:t>Any work experience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Worked as Software Engineer at Sutisoft and TCS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Built and maintained web applications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>
                <a:solidFill>
                  <a:srgbClr val="000000"/>
                </a:solidFill>
              </a:rPr>
              <a:t>Why you want to learn Data Science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dirty="0"/>
              <a:t>With my background in Python-Django development, I want to upskill and learn Data Science to improve my skills and work more with data.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fontAlgn="base"/>
            <a:r>
              <a:rPr lang="en-US" b="1" dirty="0">
                <a:solidFill>
                  <a:srgbClr val="000000"/>
                </a:solidFill>
              </a:rPr>
              <a:t>LinkedIn URL: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>
                <a:hlinkClick r:id="rId3"/>
              </a:rPr>
              <a:t>www.linkedin.com/in/bhuvana-mandli-18b980220</a:t>
            </a:r>
            <a:endParaRPr lang="en-IN" dirty="0"/>
          </a:p>
          <a:p>
            <a:pPr fontAlgn="base"/>
            <a:endParaRPr lang="en-IN" b="1" dirty="0">
              <a:solidFill>
                <a:srgbClr val="000000"/>
              </a:solidFill>
            </a:endParaRPr>
          </a:p>
          <a:p>
            <a:pPr fontAlgn="base"/>
            <a:r>
              <a:rPr lang="en-IN" b="1" dirty="0">
                <a:solidFill>
                  <a:srgbClr val="000000"/>
                </a:solidFill>
              </a:rPr>
              <a:t>GitHub URL:</a:t>
            </a:r>
            <a:endParaRPr lang="en-US" b="1" dirty="0">
              <a:solidFill>
                <a:srgbClr val="000000"/>
              </a:solidFill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>
                <a:hlinkClick r:id="rId4"/>
              </a:rPr>
              <a:t>https://github.com/bhuvanamandli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10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BC6F50-8524-4B65-BA56-00FA89E71847}"/>
              </a:ext>
            </a:extLst>
          </p:cNvPr>
          <p:cNvSpPr/>
          <p:nvPr/>
        </p:nvSpPr>
        <p:spPr>
          <a:xfrm>
            <a:off x="888543" y="662498"/>
            <a:ext cx="18582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Agenda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4E45E-68B5-430D-96C6-230EECFF434F}"/>
              </a:ext>
            </a:extLst>
          </p:cNvPr>
          <p:cNvSpPr/>
          <p:nvPr/>
        </p:nvSpPr>
        <p:spPr>
          <a:xfrm>
            <a:off x="154996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Business Problem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Project Objective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Project Flow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Project steps and screenshots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Business Insights and Recommendations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Experience/challenges faced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6487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BC6F50-8524-4B65-BA56-00FA89E71847}"/>
              </a:ext>
            </a:extLst>
          </p:cNvPr>
          <p:cNvSpPr/>
          <p:nvPr/>
        </p:nvSpPr>
        <p:spPr>
          <a:xfrm>
            <a:off x="888543" y="662498"/>
            <a:ext cx="39980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Business Problem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A9F76-8E0B-4704-8A50-B9231B7C2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753" y="1864659"/>
            <a:ext cx="74855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businesses lack a structured system to manage products, customer orders, and purchase records efficiently.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or unorganized tracking makes it difficult to monitor user purchase history and identify the most purchased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simple digital solution that allows smooth shopping for users while providing sales insights for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61580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BC6F50-8524-4B65-BA56-00FA89E71847}"/>
              </a:ext>
            </a:extLst>
          </p:cNvPr>
          <p:cNvSpPr/>
          <p:nvPr/>
        </p:nvSpPr>
        <p:spPr>
          <a:xfrm>
            <a:off x="888543" y="662498"/>
            <a:ext cx="38868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Project Objective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04E45E-68B5-430D-96C6-230EECFF434F}"/>
              </a:ext>
            </a:extLst>
          </p:cNvPr>
          <p:cNvSpPr/>
          <p:nvPr/>
        </p:nvSpPr>
        <p:spPr>
          <a:xfrm>
            <a:off x="1585819" y="185933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Manages users (Admin &amp; Customers)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Displays product catalog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Handles cart operations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Processes orders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Tracks order history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Provides admin analytics (Most Purchased Product)</a:t>
            </a:r>
          </a:p>
        </p:txBody>
      </p:sp>
    </p:spTree>
    <p:extLst>
      <p:ext uri="{BB962C8B-B14F-4D97-AF65-F5344CB8AC3E}">
        <p14:creationId xmlns:p14="http://schemas.microsoft.com/office/powerpoint/2010/main" val="25669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6A28FB-65E8-4E94-A3F4-72062AA6304C}"/>
              </a:ext>
            </a:extLst>
          </p:cNvPr>
          <p:cNvSpPr txBox="1"/>
          <p:nvPr/>
        </p:nvSpPr>
        <p:spPr>
          <a:xfrm>
            <a:off x="779929" y="474693"/>
            <a:ext cx="9439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Project Flow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5E327C-5129-4974-900A-E7476C5BC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774" y="1121024"/>
            <a:ext cx="6512452" cy="554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7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0CDC38-A469-4305-9F64-D249C6479282}"/>
              </a:ext>
            </a:extLst>
          </p:cNvPr>
          <p:cNvSpPr/>
          <p:nvPr/>
        </p:nvSpPr>
        <p:spPr>
          <a:xfrm>
            <a:off x="734149" y="386052"/>
            <a:ext cx="103452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Lato"/>
              </a:rPr>
              <a:t>Project Steps and Screenshots</a:t>
            </a:r>
            <a:endParaRPr lang="en-IN" sz="3600" b="1" dirty="0">
              <a:solidFill>
                <a:srgbClr val="FF0000"/>
              </a:solidFill>
              <a:latin typeface="Lato"/>
            </a:endParaRPr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AC0C959-4914-45E7-B475-40A10C41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8605F-EDA9-413B-8F7C-1D8BB5E65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269" y="1282189"/>
            <a:ext cx="5932582" cy="4723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D42DF-24C2-4520-9AF2-89B1C8AF27CF}"/>
              </a:ext>
            </a:extLst>
          </p:cNvPr>
          <p:cNvSpPr txBox="1"/>
          <p:nvPr/>
        </p:nvSpPr>
        <p:spPr>
          <a:xfrm>
            <a:off x="908445" y="1862400"/>
            <a:ext cx="3711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Login Panel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DE9639-F9CB-48C3-B379-CA3CE8EEF5FE}"/>
              </a:ext>
            </a:extLst>
          </p:cNvPr>
          <p:cNvSpPr/>
          <p:nvPr/>
        </p:nvSpPr>
        <p:spPr>
          <a:xfrm>
            <a:off x="1150493" y="2551837"/>
            <a:ext cx="43747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Users enter their username and password to log in.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If details are correct, they can access the shopping panel.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83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0CDC38-A469-4305-9F64-D249C6479282}"/>
              </a:ext>
            </a:extLst>
          </p:cNvPr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AC0C959-4914-45E7-B475-40A10C41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0FD422-B216-4A2A-8EED-9F9780BE15EF}"/>
              </a:ext>
            </a:extLst>
          </p:cNvPr>
          <p:cNvSpPr/>
          <p:nvPr/>
        </p:nvSpPr>
        <p:spPr>
          <a:xfrm>
            <a:off x="1135028" y="1470683"/>
            <a:ext cx="100404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User Registration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EAA94-3F05-4EEE-A34A-ED7F2F1887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"/>
          <a:stretch/>
        </p:blipFill>
        <p:spPr>
          <a:xfrm>
            <a:off x="5695024" y="1028343"/>
            <a:ext cx="5833588" cy="468131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BC7FFFAE-A2F0-4098-9E58-CBD56CED7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2281" y="2312895"/>
            <a:ext cx="41327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create an account by entering basic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account is saved to allow login and access.</a:t>
            </a:r>
          </a:p>
        </p:txBody>
      </p:sp>
    </p:spTree>
    <p:extLst>
      <p:ext uri="{BB962C8B-B14F-4D97-AF65-F5344CB8AC3E}">
        <p14:creationId xmlns:p14="http://schemas.microsoft.com/office/powerpoint/2010/main" val="86324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0CDC38-A469-4305-9F64-D249C6479282}"/>
              </a:ext>
            </a:extLst>
          </p:cNvPr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AC0C959-4914-45E7-B475-40A10C41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D6DBE-BA53-446B-8AE1-A0CED17C32EF}"/>
              </a:ext>
            </a:extLst>
          </p:cNvPr>
          <p:cNvSpPr/>
          <p:nvPr/>
        </p:nvSpPr>
        <p:spPr>
          <a:xfrm>
            <a:off x="1030941" y="2215154"/>
            <a:ext cx="40699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Users can view and search products, and add items to the cart with the required quantity.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Users can place orders and view their order history anytime from the dashboard.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CF0F1-D8BB-4B04-9A3A-6F12EBAC8CF2}"/>
              </a:ext>
            </a:extLst>
          </p:cNvPr>
          <p:cNvSpPr txBox="1"/>
          <p:nvPr/>
        </p:nvSpPr>
        <p:spPr>
          <a:xfrm>
            <a:off x="869576" y="1523181"/>
            <a:ext cx="3558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User Dashboard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1ADD2B-BDC4-455E-AACA-5E5149D27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574" y="718429"/>
            <a:ext cx="6318045" cy="502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3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0CDC38-A469-4305-9F64-D249C6479282}"/>
              </a:ext>
            </a:extLst>
          </p:cNvPr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AC0C959-4914-45E7-B475-40A10C41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F6AFB-5A26-4F04-A9A7-B668A364E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637" y="956161"/>
            <a:ext cx="6074709" cy="4873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4F75AB-1386-4F11-8FF8-000198E6F285}"/>
              </a:ext>
            </a:extLst>
          </p:cNvPr>
          <p:cNvSpPr txBox="1"/>
          <p:nvPr/>
        </p:nvSpPr>
        <p:spPr>
          <a:xfrm>
            <a:off x="937807" y="1397675"/>
            <a:ext cx="2394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User Cart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283B97-BCAF-4315-A8DD-392FCBC2F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590" y="2074984"/>
            <a:ext cx="404308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view cart items with quantity, individual amount, and total amount.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Users can remove items from the cart.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Users can proceed to payment and place the order.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5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0CDC38-A469-4305-9F64-D249C6479282}"/>
              </a:ext>
            </a:extLst>
          </p:cNvPr>
          <p:cNvSpPr/>
          <p:nvPr/>
        </p:nvSpPr>
        <p:spPr>
          <a:xfrm>
            <a:off x="1030941" y="1028343"/>
            <a:ext cx="10345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CAC0C959-4914-45E7-B475-40A10C41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68A4C-A5B3-4C8C-9D90-66E50E886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058" y="878699"/>
            <a:ext cx="6207695" cy="495095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E41F251-9550-4781-B193-ED700F56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1" y="2078086"/>
            <a:ext cx="44375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view all products with their respective prices.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view all user purchases with timestamp.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see the most purchased product.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17607-F0AE-4824-BCC1-36E1FC922326}"/>
              </a:ext>
            </a:extLst>
          </p:cNvPr>
          <p:cNvSpPr txBox="1"/>
          <p:nvPr/>
        </p:nvSpPr>
        <p:spPr>
          <a:xfrm>
            <a:off x="851647" y="1397675"/>
            <a:ext cx="1532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Admin Panel</a:t>
            </a:r>
          </a:p>
        </p:txBody>
      </p:sp>
    </p:spTree>
    <p:extLst>
      <p:ext uri="{BB962C8B-B14F-4D97-AF65-F5344CB8AC3E}">
        <p14:creationId xmlns:p14="http://schemas.microsoft.com/office/powerpoint/2010/main" val="138380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37F829-90C0-456D-A1DC-805F052D88DA}"/>
              </a:ext>
            </a:extLst>
          </p:cNvPr>
          <p:cNvSpPr/>
          <p:nvPr/>
        </p:nvSpPr>
        <p:spPr>
          <a:xfrm>
            <a:off x="1637265" y="1721223"/>
            <a:ext cx="7620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📊 </a:t>
            </a:r>
            <a:r>
              <a:rPr lang="en-US" b="1" dirty="0"/>
              <a:t>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can register and login to the purchase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successfully tracks users and their purchase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identify: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Most purchased product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Active customers and customer purchase details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💡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database (MySQL / PostgreSQL)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payment gateway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product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stock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data visualization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9E2CAD-4130-4922-9E7E-26C8751B68E7}"/>
              </a:ext>
            </a:extLst>
          </p:cNvPr>
          <p:cNvSpPr txBox="1"/>
          <p:nvPr/>
        </p:nvSpPr>
        <p:spPr>
          <a:xfrm flipH="1">
            <a:off x="789789" y="493059"/>
            <a:ext cx="10272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Lato"/>
              </a:rPr>
              <a:t>Business Insights and Recommendations</a:t>
            </a:r>
            <a:endParaRPr lang="en-IN" sz="3600" b="1" dirty="0">
              <a:solidFill>
                <a:srgbClr val="FF00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2942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DE8965-5473-429A-B47F-A2ED7C2E2956}"/>
              </a:ext>
            </a:extLst>
          </p:cNvPr>
          <p:cNvSpPr txBox="1"/>
          <p:nvPr/>
        </p:nvSpPr>
        <p:spPr>
          <a:xfrm>
            <a:off x="1783977" y="1712259"/>
            <a:ext cx="73420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state between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multiple users in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Designing logical relationships without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Implementing analytics without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Handling edge cases in cart, login/registering &amp; search product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FEF04-F4F5-437F-B3E2-EB05997F0B91}"/>
              </a:ext>
            </a:extLst>
          </p:cNvPr>
          <p:cNvSpPr txBox="1"/>
          <p:nvPr/>
        </p:nvSpPr>
        <p:spPr>
          <a:xfrm>
            <a:off x="1183343" y="645459"/>
            <a:ext cx="6463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Experience/Challenges faced</a:t>
            </a:r>
          </a:p>
        </p:txBody>
      </p:sp>
    </p:spTree>
    <p:extLst>
      <p:ext uri="{BB962C8B-B14F-4D97-AF65-F5344CB8AC3E}">
        <p14:creationId xmlns:p14="http://schemas.microsoft.com/office/powerpoint/2010/main" val="14350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5B1717-3F02-4A94-B0C4-CE533C913C6B}"/>
              </a:ext>
            </a:extLst>
          </p:cNvPr>
          <p:cNvSpPr txBox="1"/>
          <p:nvPr/>
        </p:nvSpPr>
        <p:spPr>
          <a:xfrm>
            <a:off x="1601407" y="1604683"/>
            <a:ext cx="76558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 functional E-commerce system using Python and tkinter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OOP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business logic without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Admin analytics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handling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84414-FEA7-446F-B1DA-35714FC659D2}"/>
              </a:ext>
            </a:extLst>
          </p:cNvPr>
          <p:cNvSpPr txBox="1"/>
          <p:nvPr/>
        </p:nvSpPr>
        <p:spPr>
          <a:xfrm>
            <a:off x="1174376" y="537883"/>
            <a:ext cx="322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Lato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7563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9E5A40-F982-45C6-868A-E9544C0F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65" y="6255780"/>
            <a:ext cx="2934735" cy="5125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EA387C-6A02-4A48-B04E-97070CB40C15}"/>
              </a:ext>
            </a:extLst>
          </p:cNvPr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67B1A-D967-405A-8D65-8D27F668CC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253"/>
          <a:stretch/>
        </p:blipFill>
        <p:spPr>
          <a:xfrm>
            <a:off x="3729318" y="2455090"/>
            <a:ext cx="3358636" cy="212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5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E71C28-891D-41DE-9700-1FDE5815BE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8" t="2063"/>
          <a:stretch/>
        </p:blipFill>
        <p:spPr>
          <a:xfrm>
            <a:off x="197224" y="168117"/>
            <a:ext cx="11788588" cy="65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9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470</Words>
  <Application>Microsoft Office PowerPoint</Application>
  <PresentationFormat>Widescreen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130</cp:revision>
  <dcterms:created xsi:type="dcterms:W3CDTF">2026-03-01T13:58:55Z</dcterms:created>
  <dcterms:modified xsi:type="dcterms:W3CDTF">2026-03-03T10:03:42Z</dcterms:modified>
</cp:coreProperties>
</file>